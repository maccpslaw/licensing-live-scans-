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457200" cy="4114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Skills Training — Counts Toward 32-Hour Requirement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§7583.6(b) | OSHA | Cal/OSHA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OSHA | Cal/OSHA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 — Recognizing &amp; Evaluating Risk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OS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Levels (Cooper Color Code)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— Unaware, relaxed, unprepared: never appropriate on duty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— Relaxed alertness: baseline for all on-duty guards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— Focused alert: specific person or situation identified as potential threat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Ready to act: threat confirmed, response initiated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 to Yellow after a threat resolves — avoid over-vigilance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Pre-Incident Threat Indicators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indicators: pacing, excessive sweating, avoidance of eye contact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indicators: concealed bulge, unusual clothing for weather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indicators: unfamiliar vehicle, unattended items, surveillance behavior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indicators: direct or indirect threats, statements about violence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trained instincts — document and report before a threat materializes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supervisor or 911 based on threat level — do not underreact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Contact — Safe Approach &amp; Positioning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OSHA | Cal/OSHA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Subject Contact Procedures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OS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Principles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approach a potentially hostile subject alone if backup is available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reactionary gap: 6-10 feet from unknown subject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at 45-degree angle — not directly in front of subject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dominant hand free and available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yourself clearly: 'MACCESS INC. Security — may I speak with you?'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subject's hands first — hands are where threats originate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Cover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Cover: solid barrier that stops projectiles (car engine block, concrete wall)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Concealment: hides you from view but does not stop projectiles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cover whenever threat level elevates — do not expose yourself unnecessarily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stance: feet shoulder-width, weight balanced, non-confrontational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L: position yourself so two guards are not aligned — reduces dual exposure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an exit: never position yourself where you cannot withdraw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Awareness — Everyday Guard Safety Practices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OSHA | Cal/OSHA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Awareness on Post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OS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859536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Safety Practices Every Guard Must Follow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Pre-shift briefing: know current threats, incidents, and persons of interest before starting patrol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check: verify radio, flashlight, PPE, and any authorized equipment before every shift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system: for high-risk contacts, always request backup before approaching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turn your back on an uncontrolled subject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location of every first aid kit and AED at your post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dispatch before and after any significant contact — do not go silent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and fatigue: impaired guards create safety risks — rest and hydrate between shifts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extends off-duty: do not wear uniform unnecessarily in public post-shift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Borne Pathogens &amp; Hazardous Materials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OSHA | Cal/OSHA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Borne Pathogens (BBP) &amp; Environmental Hazards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OS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Borne Pathogen Precautions (OSHA 29 CFR 1910.1030)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BBPs include: HIV, Hepatitis B, Hepatitis C, and others — transmitted via blood or body fluids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all blood and body fluids are potentially infectious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precautions: gloves before any contact with blood or body fluids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touching eyes, nose, or mouth until hands are washed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exposed: wash area immediately with soap and water, report to supervisor, seek medical evaluation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is required to provide BBP training and PPE at no cost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Hazardous Materials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location of MSDSs (Safety Data Sheets) for chemicals at your post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enter a chemical spill area without proper PPE and training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odor: do not use radio or electrical switches — evacuate and call 911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substances: do not touch — isolate the area and call 911 HazMat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Cal/OSHA requires guards to report workplace hazards they observe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hazardous materials incidents in your shift report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your BSIS Certificate of Completion per BPC §7583.6(b) | OSHA | Cal/OSHA.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Private Security LA Worldwide  |  PPO #122729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BSIS-Authorized Training Provider  |  4-Hour Course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Officer Safety — BSIS Elective Course | MACCESS INC.</dc:title>
  <dc:subject>PptxGenJS Presentation</dc:subject>
  <dc:creator>MACCESS INC.</dc:creator>
  <cp:lastModifiedBy>MACCESS INC.</cp:lastModifiedBy>
  <cp:revision>1</cp:revision>
  <dcterms:created xsi:type="dcterms:W3CDTF">2026-06-28T16:08:55Z</dcterms:created>
  <dcterms:modified xsi:type="dcterms:W3CDTF">2026-06-28T16:08:55Z</dcterms:modified>
</cp:coreProperties>
</file>