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Skills Training — BSIS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Title 16 CCR §643(b)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Gender &amp; Racial Harassment &amp; Discrimination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&amp; Discrimination — Definitions &amp; California Law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Definitions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Harassment: unwelcome conduct based on protected characteristic that creates hostile environment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harassment: slurs, stereotypes, hostile conduct based on race or ethnicity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harassment: unwelcome conduct based on sex, gender identity, or pregnancy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FEHA (Gov. Code §12940) prohibits all forms of workplace harassment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 are covered — as employees AND in their interactions with the public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Bystander liability: failing to stop harassment can create employer liability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Guard's Responsibilities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engage in harassment or discriminatory enforcement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allow harassment of the public on your post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report all observed harassment incidents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persons equally regardless of race, gender, religion, age, disability, national origin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decisions must be based on observed behavior ONLY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enforcement = civil rights violation and liability for MACCESS INC.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— Stereotyping, Attitude &amp; Professionalism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 Security Work — Stereotyping &amp; Professional Attitude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Stereotyping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Stereotyping: applying generalized beliefs about a group to an individual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age, dress, or neighborhood are NEVER reasonable bases for suspicion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Stereotyping increases civil liability and reduces effectiveness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must be based on specific, articulable, observed behavior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profiling is prohibited under California law — Penal Code §13519.4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specific behavior — not the person's appearance or race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Attitude Standards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every contact professionally — first impressions matter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calm under pressure — your attitude sets the tone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person as you would wish to be treated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respect through professionalism — not intimidation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Arrogance and aggression increase conflict and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behavior reflects MACCESS INC. and the security profession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&amp; Crisis Intervention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— Effective Communication in Crisis Situations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Verbal Skills for Guards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listening: acknowledge what the person said before responding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Paraphrasing: 'What I hear you saying is...' — confirms understanding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questions: 'What seems to be the problem?' vs. 'Stop!'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tone: even, calm, non-threatening regardless of situation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ultimatums early — leave room for the subject to comply voluntarily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person's name if known — humanizes the interaction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Intervention Principles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the situation: rapid response often accelerates crises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rapport before giving directives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feelings: 'I can see you're frustrated' — does not mean agreement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choices: giving options restores a sense of control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call for backup: do not try to manage crisis alone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crisis contacts — including what verbal tools were used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Diversity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in Security — Los Angeles Context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Diversity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is one of the most diverse cities in the world — guards serve everyone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Diversity: race, ethnicity, religion, gender, age, disability, national origin, language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competence: ability to interact respectfully with diverse populations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barriers: use simple language, seek interpreter, use written communication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 varies across cultures — do not misinterpret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awareness reduces conflict and improves public relations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person with dignity regardless of their background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make assumptions about criminal behavior based on language or appearance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unfamiliar behaviors may be cultural — not suspicious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uncertain: ask respectfully, do not demand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professional interpreters or translation apps when available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community trust by being fair, consistent, and respectful to all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&amp; Mental Illness in the Field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Substance Abuse &amp; Mental Illness on Post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Substance Abuse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Slurred speech, unsteady gait, dilated or pinpoint pupils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agitation or extreme sedation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of alcohol, unusual odors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Erratic, unpredictable behavior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Unconsciousness or unresponsiveness — call 911 immediately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Good Samaritan Law (HS §11376.5): protects callers reporting overdose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Mental Health Crisis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Incoherent or disorganized speech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stimuli others cannot see (hallucinations)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fear, paranoia, or aggression without apparent cause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movements or statements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calm voice, slow movements, no sudden actions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or mobile crisis team — do not try to diagnose or treat
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Professionalism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Appearance &amp; Command Presence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PR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Appearance Standards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clean, pressed, complete — no personal modifications without authorization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patch, and cap insignia worn per MACCESS INC. BPCI policy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Grooming: neat, professional at all times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conveys authority and builds public trust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Presence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presence: non-verbal projection of professionalism and authority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Posture, eye contact, calm demeanor — not aggression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through preparation, training, and consistent professionalism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need for force: people comply with authority they respect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859536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8036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Standards for MACCESS INC. Guards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64408"/>
            <a:ext cx="8412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Honesty: never falsify reports, logs, or certificates | Integrity: act the same whether watched or not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 own your mistakes and report them | Fairness: consistent enforcement for all persons equally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Loyalty: to the law first, then MACCESS INC., then client | Compassion: professional care for public wellbeing
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Title 16 CCR §643(b).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Relations &amp; Community — BSIS Mandatory Course | MACCESS INC.</dc:title>
  <dc:subject>PptxGenJS Presentation</dc:subject>
  <dc:creator>MACCESS INC.</dc:creator>
  <cp:lastModifiedBy>MACCESS INC.</cp:lastModifiedBy>
  <cp:revision>1</cp:revision>
  <dcterms:created xsi:type="dcterms:W3CDTF">2026-06-28T16:08:19Z</dcterms:created>
  <dcterms:modified xsi:type="dcterms:W3CDTF">2026-06-28T16:08:19Z</dcterms:modified>
</cp:coreProperties>
</file>