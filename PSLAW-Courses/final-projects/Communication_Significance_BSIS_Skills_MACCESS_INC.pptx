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457200" cy="4114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Skills Training — BSIS Required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§7583.6(b) | Title 16 CCR §643(b)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 — Protocols, Radio &amp; Technology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Communication Protocols — Chain of Command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COMM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to Contact &amp; When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orders specify the exact chain of command for your assignment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know before shift: supervisor name, contact number, escalation path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supervisor: routine contacts, minor incidents, scheduling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manager / MACCESS INC. dispatch: use-of-force incidents, arrests, media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(911): any threat to life, active crime, medical emergency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every contact: who, when, what was said, what action was taken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Radios, CCTV &amp; Monitors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protocol: listen before transmitting — do not interrupt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yourself on every transmission: '[Post/Name] to [Recipient]...'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transmissions brief and professional — radios are monitored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CCTV: log timestamps and camera IDs for any incident footage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panels: know your assigned codes and reset procedures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systems: know each alarm type, required response, and reset authority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failure: know the manual backup procedure for every system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Communication — Emergency &amp; First Responders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911 &amp; Briefing Law Enforcement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COMM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911 Protocol — What to Communicate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YOUR LOCATION first: address, building, floor, exact area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Nature of emergency: crime in progress, medical, fire, active shooter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Number of persons involved and their location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Suspect description if applicable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Any weapons visible or reported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Your name and callback number — STAY ON THE LINE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hang up until dispatcher tells you to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Law Enforcement on Arrival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 visible at all times — announce yourself clearly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brief verbal briefing: situation, parties, hazards, what you have done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custody of any citizen's arrest subject immediately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your notes and observations available to officers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give opinions — give facts and let officers investigate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handoff: complete your incident report and notify MACCESS INC.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Communication — Medical Personnel &amp; City Services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Medical Personnel &amp; City / Government Services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COMM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Personnel (EMS/Paramedics)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911 immediately for any medical emergency — do not delay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 path for paramedics — move bystanders back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EMS on scene: what you observed, time of onset, any known conditions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share patient information with bystanders or media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patient is also a detainee: notify police before EMS departs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EMS arrives: your role is crowd control and scene security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&amp; Government Services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enforcement: allow entry, notify property manager immediately, document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department: execute evacuation plan, meet at command post, provide building info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Utilities (gas, water, power): call utility emergency line + 911, evacuate if directed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inspectors, building inspectors: cooperative access, notify management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government agency visits must be logged in your shift report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Media: no comments — refer all media inquiries to MACCESS INC. management
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with Law Enforcement &amp; Non-Verbal Communication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Enforcement Communication &amp; Non-Verbal Skills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COMM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Communicating with Police &amp; Sheriff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identify yourself as a security guard — not a police officer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 a citizen's arrest: state the basis for the arrest clearly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written notes or incident report draft if available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impede a law enforcement investigation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asked to do something you believe is unlawful, comply and document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Follow-up: note officer name, badge number, agency, and report number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Non-Verbal Communication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language accounts for majority of communication impact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upright and alert — signals confidence and authority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 contact: professional, not aggressive staring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Hands: visible and open — closed fists or crossed arms = escalation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Proximity: maintain appropriate distance — do not crowd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Tone of voice: calm, controlled, even — never match agitated energy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expression: neutral and professional — avoid contempt
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Its Significance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online assessment. A score of 100% is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your BSIS Certificate of Completion per BPC §7583.6(b) | Title 16 CCR §643(b).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Private Security LA Worldwide  |  PPO #122729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BSIS-Authorized Training Provider  |  4-Hour Course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Communication &amp; Its Significance — BSIS Mandatory Course | MACCESS INC.</dc:title>
  <dc:subject>PptxGenJS Presentation</dc:subject>
  <dc:creator>MACCESS INC.</dc:creator>
  <cp:lastModifiedBy>MACCESS INC.</cp:lastModifiedBy>
  <cp:revision>1</cp:revision>
  <dcterms:created xsi:type="dcterms:W3CDTF">2026-06-28T16:08:37Z</dcterms:created>
  <dcterms:modified xsi:type="dcterms:W3CDTF">2026-06-28T16:08:37Z</dcterms:modified>
</cp:coreProperties>
</file>