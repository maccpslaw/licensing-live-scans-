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10515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457200" cy="41148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Security LA Worldwide  |  PPO #122729  |  BSIS-Authorized Training Provider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Difficult People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Elective Skills Training — Counts Toward 32-Hour Requirement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4 Hours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3520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Authority: BPC §7583.6(b) | Title 16 CCR §643(b)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79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42793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Strategies with Difficult Individuals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Fundamentals — Difficult Person Interactions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HDP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Principles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person from the problem — address behavior, not character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empathy: 'I understand this is frustrating' — disarms defensiveness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'I' statements: 'I need you to lower your voice' vs. 'You are being disruptive'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'You always' or 'You never' — generalizations escalate conflict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is a tool: pause after speaking — do not fill every gap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to the adult: treat everyone as capable of making a better choice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Under Pressure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difficult people vent briefly — interrupting increases hostility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what was said before responding: 'I hear you. Here is what I can do...'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interrupting — even when you disagree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underlying needs: anger often masks fear, humiliation, or helplessness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 what you heard to show understanding and reduce misunderstanding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notes — visible note-taking signals that you are taking the person seriously
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Management &amp; Speaking Constructively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Management — De-fusing &amp; Resolution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HDP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of Conflict Escalation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POTENTIAL: tension exists but conflict has not erupted — intervene here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PERCEIVED: parties believe conflict exists — clarify before it escalates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FELT: emotional — hostility rising — active listening and empathy needed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MANIFEST: open conflict — requires structured de-escalation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AFTERMATH: conflict subsided — document, follow up, and debrief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outcomes: intervene at Potential or Perceived stage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A5C3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Constructively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behavior, not identity: 'That action is a problem' vs. 'You are a problem'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expectations clearly: 'I need you to step back to this line'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reason: 'For everyone's safety, I need you to wait here'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realistic choice: 'You can wait calmly, or I will need to ask you to leave'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through: empty threats destroy credibility and escalate next encounter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after difficult interactions — identify what worked and what to improve
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Valuing Diversity &amp; Negotiating Peaceful Outcomes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in Difficult Encounters &amp; Negotiation Principles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HDP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Valuing Diversity in Conflict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norms: some cultures express disagreement loudly — not necessarily threatening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 in conflict: slow down, simplify, do not raise your voice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older persons may respond differently to authority — adjust tone accordingly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dynamics: be aware of perception in same-gender vs. cross-gender conflicts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Disability: behavioral differences may not indicate hostility — assess context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Neutral, consistent enforcement: apply the same standards to everyone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Negotiation for Security Guards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 vs. positions: understand what the person actually needs, not just what they are demanding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common ground: 'We both want to resolve this calmly'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options: giving choices reduces resistance and increases compliance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win/lose framing: outcomes where both parties feel heard are more durable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limits: you cannot negotiate away the law or post orders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negotiation fails: escalate to supervisor — do not make unauthorized concessions
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Diffusion — Defusing Hostile &amp; Aggressive Behavior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Diffusion Techniques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HDP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Diffusion Techniques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your own voice when the other person raises theirs — modeling calm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emotion: 'It sounds like you are really frustrated right now'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without agreeing: 'I understand why you would feel that way'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Redirect: 'Let's focus on how we can fix this' — moves from past to future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agreement: agree on minor points to reduce overall tension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 (carefully): light humor from a calm guard can break tension — never sarcasm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8B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Verbal Diffusion Is Not Working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point of no return: continued verbal engagement may escalate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distance: step back, change location, reduce stimuli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Disengage without capitulating: 'I am going to give you a moment to think about this'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backup: do not handle escalating situations alone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perimeter: keep bystanders away from the conflict zone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 record all verbal attempts to diffuse in your incident report
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640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1920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Difficult People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3063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the online assessment. A score of 100% is required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receive your BSIS Certificate of Completion per BPC §7583.6(b) | Title 16 CCR §643(b).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4114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Private Security LA Worldwide  |  PPO #122729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BSIS-Authorized Training Provider  |  4-Hour Course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Handling Difficult People — BSIS Elective Course | MACCESS INC.</dc:title>
  <dc:subject>PptxGenJS Presentation</dc:subject>
  <dc:creator>MACCESS INC.</dc:creator>
  <cp:lastModifiedBy>MACCESS INC.</cp:lastModifiedBy>
  <cp:revision>1</cp:revision>
  <dcterms:created xsi:type="dcterms:W3CDTF">2026-06-28T16:09:03Z</dcterms:created>
  <dcterms:modified xsi:type="dcterms:W3CDTF">2026-06-28T16:09:03Z</dcterms:modified>
</cp:coreProperties>
</file>