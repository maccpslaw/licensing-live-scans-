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A5C3A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25603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5603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87" name="Text 85"/>
          <p:cNvSpPr/>
          <p:nvPr/>
        </p:nvSpPr>
        <p:spPr>
          <a:xfrm>
            <a:off x="25603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638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9" name="Text 8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best describes the required standard for a BSIS-compliant security incident report?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Written from memory at the end of the guard's shift using general recollections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Factual, accurate, complete, clear, and completed as close to the incident as possible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Based on the guard's professional assessment of what most likely occurred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brief summary focusing on only the most significant elements of the incident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reports must be written in which grammatical form?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A. First person — 'I observed...', 'I heard...', 'I responded by...'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Third person — 'The officer observed...' to create an appearance of objectivity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Passive voice throughout — 'The door was found unlocked' — to avoid assigning blame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Abbreviated shorthand to maximize efficiency and reduce report 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security incident report ideally be completed?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At the conclusion of the guard's shift, after all events of the day have occurred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Within 72 hours of the incident per BSIS administrative requirements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As close to the time of the incident as possible — ideally within one hour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after consulting with a supervisor to confirm the facts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| Legal Standards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content should NEVER be included in a security incident report?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precise time and date the incident occurred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Direct quotes from witnesses, attributed clearly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guard's personal opinions, speculation, or conclusions about guilt or motive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physical description of any person involved in the incident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discovers a factual error in an incident report they submitted earlier in the shift. The correct action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Destroy the original report and prepare a corrected version from scratch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Draw a single line through the error, write the correction, and add initials and date — never erase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Leave the error in place, as the report is already submitted and cannot be changed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Ask a colleague or supervisor to correct the report on the guard's behalf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Documentation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whose primary language is not English must write all official BSIS incident reports: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In their primary language to ensure accuracy of the documented facts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In English — all BSIS documentation must be in English for legal purposes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In either English or their primary language, provided the content is factually accurate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In both languages simultaneously to ensure maximum comprehension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Documentation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Standards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witness speaks limited English, a guard's documentation obligation requires: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Omitting the witness account from the report if full communication was not possible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Using an interpreter, translation application, or other aid — and documenting the method used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Writing the witness account based on what the guard believed the witness intended to communicate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Requiring the witness to return at a later time when a bilingual guard is available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Patrol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security patrol technique requires that a guard: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Follow the identical route at the same time each round to demonstrate consistency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Vary both the timing and the route of patrol to prevent establishing a predictable pattern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Minimize unnecessary movement to preserve energy and readiness for emergencies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Remain at a central observation point to maximize coverage of the post area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Patrol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routine patrol, a guard discovers an emergency exit that is propped open but is normally kept secured. The correct response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Assume it was opened accidentally and continue patrol without intervention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Close the door, document the anomaly in the shift log, and notify the supervisor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Leave the exit as found and report it only if it is still open at the end of the shift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Alert law enforcement immediately — propped emergency exits are a criminal matter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Patrol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purpose of security patrol observation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To maximize the number of public contacts and interactions during a shift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To detect and deter security threats, safety hazards, and policy violations at the 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To enforce parking regulations and unauthorized vehicle violations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To generate documentation for potential future litigation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Techniques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approaching a person who appears to be behaving suspiciously, the guard's questioning should: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Demand immediate answers — security guards have authority to require responses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Use open-ended, neutral questions that do not presuppose guilt or wrongdoing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Consist exclusively of yes-or-no questions to maintain control of the interaction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Include covert recording of the subject's responses for documentation purposes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Techniques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open-ended question is specifically designed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Confirm a specific fact and can be answered with yes or no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Establish control by limiting the subject to a defined set of possible responses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Encourage a detailed, narrative response that provides maximum information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Allow the guard to direct the subject toward a predetermined answer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Techniques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 | PC §837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has no legal obligation to share information gathered during questioning with anyone, with the exception of: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property owner, upon any request for information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Law enforcement acting in an official capacity during a lawful investigation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MACCESS INC. management exclusively — all information is proprietary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auditors upon annual license renewal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Suspicious Activity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BSIS-compliant written description of a suspect or person of interest must include: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subject's name only, if it was obtained during the 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Sex, race, age, height, weight, hair color, eye color, clothing, and any distinctive identifying 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the two or three details the guard considers most relevant to the incident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Primarily photographic documentation — written descriptions are considered insufficient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Suspicious Activity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should NOT be documented as suspicious activity?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person systematically photographing security cameras and door access panels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An unattended bag or package found in an unusual location within the facility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regular, known employee entering the building through the main entrance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vehicle that has circled the property multiple times without an apparent purpose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Suspicious Activity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observing suspicious behavior, a security guard's recommended first action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Immediately confront the person to establish authority and deter the behavior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Continue observation, carefully document all details, and contact a supervisor or law enforcement if the situation warrants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Disregard the observation unless an overt criminal act is committed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Broadcast a general alert to all staff via radio immediately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Suspicious Activity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'be on the lookout' (BOLO) description that a security guard provides to law enforcement should be: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Kept confidential within the security team until law enforcement makes a formal written request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As specific and accurate as possible — and relayed to officers as promptly as the situation permits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General and non-specific to avoid any potential profiling concern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Provided only after the guard has formally submitted a written incident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shift log is required to be completed: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At the conclusion of each shift in a single consolidated entry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Continuously throughout the shift — significant observations and events recorded as they occur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when a reportable incident occurs that requires formal documentation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Weekly during the scheduled Monday morning post briefing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certificates and documentation of completed training must be retained by the PPO and made available to BSIS for how long?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Six months from the date of completion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For the duration of the guard's employment, and available to BSIS upon request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One year from the date of completion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Five years following the guard's last day of employment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two persons arguing near the building entrance. The argument is verbal only — no physical contact has occurred. The guard's recommended action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Ignore the situation, as no crime is being committed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Approach immediately and attempt to mediate the dispute directly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Observe from a safe position, be prepared to intervene if it escalates, and document the incident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Call law enforcement immediately — verbal arguments are a public safety concern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required on all BSIS Certificates of Completion —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21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 &amp; Documentation — BSIS Skills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2026-06-28T16:08:30Z</dcterms:created>
  <dcterms:modified xsi:type="dcterms:W3CDTF">2026-06-28T16:08:30Z</dcterms:modified>
</cp:coreProperties>
</file>