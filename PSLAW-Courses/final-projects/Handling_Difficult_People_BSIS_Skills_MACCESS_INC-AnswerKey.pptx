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A5C3A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effective opening strategy when approaching a person who is behaving in a difficult or uncooperative manner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Immediately establish authority by stating the consequences of continued non-compliance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Lead with empathy — acknowledge the situation before giving directives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State the post rule or policy that the person is violating, clearly and firmly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Step back and allow the person to resolve their own situation independently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'I' statements in a difficult interaction — such as 'I need you to lower your voice' — is preferable because: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'I' statements are more legally defensible in incident documentation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'I' statements express personal responsibility without creating an adversarial framing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'I' statements are always perceived as more authoritative than 'You' statements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'I' statements are required by BSIS protocol for all verbal contacts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working a difficult interaction allows the person to speak for a minute before responding. This technique is known as: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Passive disengagement — withdrawing from the conflict to reduce tension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Controlled venting — allowing brief emotional expression reduces hostility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Tactical silence — a use-of-force de-escalation tool requiring supervisor authorization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Permissive engagement — allowing the subject to control the interaction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Strategies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difficult person's underlying need — rather than their stated demand — is identified and addressed, the conflict: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Typically intensifies because addressing needs is perceived as weakness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Often de-escalates, as the person feels heard and their core concern has been recognized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Becomes a legal matter that requires supervisor escalation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Remains unchanged — underlying needs are not a security guard's concern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stage of conflict escalation — and the stage where intervention is most effective —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Manifest conflict — when parties openly engage in the dispute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Felt conflict — when emotions have begun to heighten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Perceived conflict — when parties believe conflict exists but it has not erupted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Potential conflict — when tension is present but conflict has not yet developed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best reflects effective constructive speaking during a conflict interaction?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'You always cause problems at this location — this is not the first time.'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'If you don't stop right now, I will be forced to take immediate action against you.'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'I understand this is frustrating. Here is what I can do to help resolve this.'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'I am not going to discuss this further until you calm yourself down completely.'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Management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through on stated consequences is critical in conflict management because: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It satisfies BSIS documentation requirements for conflict interactions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Empty threats permanently destroy the guard's credibility and make future escalations more likely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It creates a clear legal record that the guard provided fair warning before taking 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Following through is not always necessary — situational judgment allows for flexibility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encounters a person who is speaking loudly in what appears to be an emotional cultural expression that is normal in their background. The guard should: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Treat the loud speech as an immediate threat indicator and prepare for escalation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Recognize that loudness alone — without threatening content — may not indicate hostility or danger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Apply the same threat response that would be used for any other loud verbal confrontation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Contact law enforcement immediately — loud verbal behavior is a public safety concern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language barrier creates difficulty during a conflict interaction, the recommended approach is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Speak more loudly and repeat commands with greater force — volume improves comprehension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Immediately call law enforcement — language barriers make security contact unsafe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Slow down, use simpler language, and seek an interpreter or translation tool if available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Assume non-cooperation and document the interaction as a refusal to comply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realistic choices to a difficult person during a conflict interaction is effective because: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It eliminates the guard's liability for any outcome the person chooses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Choices are a BSIS-mandated conflict resolution protocol for all difficult contacts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Providing choices restores the person's sense of control and reduces the psychological need to resist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Choices make the interaction proceed faster, which reduces the risk of escalation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guard finds common ground with a difficult person — such as 'We both want this to be resolved calmly' — this technique is known as: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A. Collaborative framing — reorienting from adversarial to cooperative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Tactical deception — a legally questionable technique in California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Operational capitulation — surrendering ground to achieve compliance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Position bargaining — exchanging concessions to reach a mutually acceptable outcome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is negotiating with a difficult person who demands an exception to a clearly stated post rule. The guard's response should be: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Grant the exception to resolve the conflict and restore peace at the post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Make the exception if the person seems genuinely reasonable and likely to comply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Explain that the post rule cannot be negotiated — and offer to escalate to a supervisor who can assist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Threaten consequences and repeat the rule until the person complies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Diffusion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guard deliberately lowers their own voice in response to an agitated person speaking loudly, the intended effect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To signal to the person that the guard is also becoming agitated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To demonstrate to bystanders that the guard is maintaining professional control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To model calm behavior — people often unconsciously mirror the tone and volume of those they are speaking with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To reduce the chance of a third party overhearing the exchange and intervening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Diffusion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emotion during a difficult interaction — such as 'It sounds like you are really frustrated right now' — is effective because: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It shifts legal responsibility for the interaction to the subject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It demonstrates that the guard is taking the person seriously, which reduces perceived threat and defensiveness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It classifies the interaction as an emotional crisis, which changes the applicable BSIS protocol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It creates a formal record that the subject acknowledged the emotional statement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observes that verbal de-escalation attempts are no longer reducing tension with a difficult subject — the subject is becoming more agitated. The appropriate next step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Increase the intensity and firmness of verbal commands until compliance is achieved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Immediately apply physical restraint before the situation escalates further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Create distance, request backup, and allow the situation to stabilize before re-engaging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Continue the same de-escalation approach — consistency eventually produces compliance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Difficult People — BSIS Elective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which must appear on all BSIS Certificates of Completion —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16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Difficult People — BSIS Elective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2026-06-28T16:09:04Z</dcterms:created>
  <dcterms:modified xsi:type="dcterms:W3CDTF">2026-06-28T16:09:04Z</dcterms:modified>
</cp:coreProperties>
</file>